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pic>
        <p:nvPicPr>
          <p:cNvPr id="4" name="Image 0" descr="/home/claude/ppt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45920"/>
            <a:ext cx="30175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DESIGN HOUSE  ·  EST. APR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Smarter.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Sensor Hub &amp; SmartBeacon Solutions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Sensing Solutions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0" y="6172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www.humbotech.com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 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Begins at the Sensor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April 2026, Humbo Technology is an independent design house specializing in BLE smart sensing solutions. We deliver two product lines: the SH-100/SH-200 BLE Sensor Hub — a multi-channel modular sensing platform with Edge AI — and the HB100/HB120 SmartBeacon — an ultra-low-cost, no-code BLE beacon for disposable smart label applications. We serve clients in cold chain, smart manufacturing, smart building, healthcare, and smart city segments across Taiwan and Japan.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2194560"/>
            <a:ext cx="374904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0" y="2194560"/>
            <a:ext cx="374904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3392424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0" y="3995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4370832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4974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Sense · Compute · Transmit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361188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97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1005840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Sensing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up to 8 flexible sensor channels via I²C/GPIO — supporting temperature, humidity, vibration, CO₂, PM2.5, PIR, and more — from a single BLE 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377440"/>
            <a:ext cx="36118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697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800" dirty="0"/>
          </a:p>
        </p:txBody>
      </p:sp>
      <p:sp>
        <p:nvSpPr>
          <p:cNvPr id="13" name="Text 11"/>
          <p:cNvSpPr/>
          <p:nvPr/>
        </p:nvSpPr>
        <p:spPr>
          <a:xfrm>
            <a:off x="4800600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Processing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on-device classification and threshold-based inference, enabling real-time anomaly detection with zero cloud dependency for instant response.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377440"/>
            <a:ext cx="36118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6974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800" dirty="0"/>
          </a:p>
        </p:txBody>
      </p:sp>
      <p:sp>
        <p:nvSpPr>
          <p:cNvPr id="19" name="Text 17"/>
          <p:cNvSpPr/>
          <p:nvPr/>
        </p:nvSpPr>
        <p:spPr>
          <a:xfrm>
            <a:off x="8595360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Power 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95360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 TRANSMISSION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9536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technology delivers years of battery life from a single coin cell. Supports long-range mode (&gt;300m) and mesh networking for dense deployments.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Humbo Technology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4406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7432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Product Lines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3154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multi-channel sensor hubs to disposable smart labels — our SH and HB series cover the full spectrum of BLE sensing needs.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377440"/>
            <a:ext cx="54406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7432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SmartBeacon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03720" y="3154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HB100/HB120 requires zero firmware development. Pre-programmed with configurable advertising intervals, sensor sampling, and data logging.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54406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70916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6177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Sensor Hub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5120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SH-100 (2-ch) and SH-200 (8-ch) with flexible I²C/GPIO expansion. Built-in data logging, edge classification, and BLE long-range mesh.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343400"/>
            <a:ext cx="544068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470916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6177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Mobile App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03720" y="5120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mobile app pairs directly with both product families — no customer-side integration. Real-time dashboard, alerts, and OTA config.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MARKETS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11880" cy="3657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🧊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&amp; Logistics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251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· Food · Perishables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monitoring (temp, humidity, vibration, door) with data logging and BLE long-range. Reduces spoilage 15–25%. Global cold chain logistics market exceeds $300B.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61188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⚙️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80060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4251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Traceability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+ temperature edge monitoring for predictive maintenance. BLE-based production line tracking for real-time WIP visibility. Predictive maintenance market projected at $28B by 2026.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611880" cy="3657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🏢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59536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&amp; City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4251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· Environmental Monitoring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46634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mesh occupancy-based HVAC control (25–35% energy savings). Dense air quality sensor networks for smart city applications. Global smart building market exceeds $150B by 2026.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4114800" cy="365760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40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  · 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 Families,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Multi-Channel Hubs to Disposable Smart Labels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 series BLE Sensor Hub provides 2–8 flexible sensor channels with Edge AI for industrial and commercial IoT. The HB series SmartBeacon delivers ultra-low-cost BLE advertising for disposable smart label applications — no firmware development required.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SH-100 / SH-200 Sensor 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HB100 / HB120 SmartBeacon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Mobile App Included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5760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Pre-Programmed / No-Code</a:t>
            </a:r>
            <a:endParaRPr lang="en-US" sz="1100" dirty="0"/>
          </a:p>
        </p:txBody>
      </p:sp>
      <p:pic>
        <p:nvPicPr>
          <p:cNvPr id="18" name="Image 0" descr="/home/claude/ppt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3840480"/>
            <a:ext cx="1828800" cy="1463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44068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544068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SENSOR 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SH-100 / SH-200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7033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I²C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35204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37033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Classification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43891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 (&gt;30 days)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42062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9312" y="43891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Long Range / Mesh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377440"/>
            <a:ext cx="544068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2377440"/>
            <a:ext cx="5440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BEACON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HB100 / HB120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35204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675120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Advertising Tag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98280" y="35204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235440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976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Sensing (HB120)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42062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675120" y="4206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 Detection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98280" y="42062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9235440" y="4206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09760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Pre-Programmed / No-Code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5440680"/>
            <a:ext cx="1110996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4406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4406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Coin Cell Battery  ·  Years of battery life across all products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SCENARIOS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77440"/>
            <a:ext cx="361188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🧊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Monitoring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406908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Sensors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4480560"/>
            <a:ext cx="1435608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48056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4480560"/>
            <a:ext cx="1106424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4480560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4846320"/>
            <a:ext cx="1216152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84632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9424" y="4846320"/>
            <a:ext cx="1216152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9424" y="484632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Sensor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2377440"/>
            <a:ext cx="36118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⚙️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75488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406908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Sensors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4480560"/>
            <a:ext cx="1106424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480560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34456" y="4480560"/>
            <a:ext cx="1435608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34456" y="448056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846320"/>
            <a:ext cx="1545336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84632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2377440"/>
            <a:ext cx="361188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102449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2377440"/>
            <a:ext cx="36118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🏢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854964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HVAC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549640" y="4069080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4160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Sensors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49640" y="4480560"/>
            <a:ext cx="1435608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448056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58400" y="4480560"/>
            <a:ext cx="1106424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0" y="4480560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49640" y="484632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9640" y="48463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400032" y="4846320"/>
            <a:ext cx="1655064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00032" y="484632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Mesh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49640" y="5212080"/>
            <a:ext cx="777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5212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 &amp; 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“Reliable. Efficient. Intelligent.”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is on a mission to democratize intelligent sensing. We believe every physical asset — from cold chain containers to hospital bandages — deserves affordable, real-time sensing. By combining multi-channel modular hardware with ultra-low-cost beacon technology, we make AIoT sensing practical at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303520"/>
            <a:ext cx="2103120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03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Partner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5303520"/>
            <a:ext cx="2468880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5303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5303520"/>
            <a:ext cx="1828800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5303520"/>
            <a:ext cx="1920240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5303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09760" y="5303520"/>
            <a:ext cx="1920240" cy="411480"/>
          </a:xfrm>
          <a:prstGeom prst="roundRect">
            <a:avLst>
              <a:gd name="adj" fmla="val 33333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0" y="5303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Enablement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743200"/>
            <a:ext cx="7315200" cy="73152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-1828800"/>
            <a:ext cx="5486400" cy="54864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Make Sensing Smarter, Together.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early access to BLE Sensor Hub &amp; SmartBeacon samples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11109960" cy="1188720"/>
          </a:xfrm>
          <a:prstGeom prst="rect">
            <a:avLst/>
          </a:prstGeom>
          <a:solidFill>
            <a:srgbClr val="0C1E3A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5029200"/>
            <a:ext cx="91440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57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www.humbotech.com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5577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5257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✉️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5166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contact@humbotech.com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pic>
        <p:nvPicPr>
          <p:cNvPr id="15" name="Image 0" descr="/home/claude/ppt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48640"/>
            <a:ext cx="1463040" cy="1188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Humbo Technology Inc.  ·  www.humbotech.com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Humbo Technology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Humbo Technology Company Profile</dc:title>
  <dc:subject>PptxGenJS Presentation</dc:subject>
  <dc:creator>Humbo Technology Inc.</dc:creator>
  <cp:lastModifiedBy>Humbo Technology Inc.</cp:lastModifiedBy>
  <cp:revision>1</cp:revision>
  <dcterms:created xsi:type="dcterms:W3CDTF">2026-05-13T13:15:35Z</dcterms:created>
  <dcterms:modified xsi:type="dcterms:W3CDTF">2026-05-13T13:15:35Z</dcterms:modified>
</cp:coreProperties>
</file>