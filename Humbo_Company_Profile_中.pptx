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pic>
        <p:nvPicPr>
          <p:cNvPr id="4" name="Image 0" descr="/home/claude/ppt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45920"/>
            <a:ext cx="30175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獨立設計公司  ·  2026 年 4 月成立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Smarter.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BLE Sensor Hub 與 SmartBeacon 解決方案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智慧感測解決方案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瀚渤科技 Humbo Technology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0" y="6172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www.humbotech.com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 我們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智慧始於感測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瀚渤科技成立於 2026 年 4 月，是專注於 BLE 智慧感測解決方案的獨立設計公司。我們提供兩大產品線：SH-100/SH-200 BLE Sensor Hub 多通道模組化感測平台（搭載 Edge AI），以及 HB100/HB120 SmartBeacon 超低成本免編碼 BLE 標籤。服務涵蓋冷鏈物流、智慧製造、智慧建築、醫療與智慧城市領域，主要市場為台灣與日本。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2194560"/>
            <a:ext cx="374904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0" y="2194560"/>
            <a:ext cx="374904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3392424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0" y="3995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4370832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Q3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4974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首款樣品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技術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 · 算 · 傳 一體整合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361188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97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1005840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多通道感測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單顆 BLE IC 驅動最多 8 通道感測器（I²C/GPIO），支援溫度、濕度、振動、CO₂、PM2.5、PIR 等，彈性配置滿足多元應用。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377440"/>
            <a:ext cx="36118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697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800" dirty="0"/>
          </a:p>
        </p:txBody>
      </p:sp>
      <p:sp>
        <p:nvSpPr>
          <p:cNvPr id="13" name="Text 11"/>
          <p:cNvSpPr/>
          <p:nvPr/>
        </p:nvSpPr>
        <p:spPr>
          <a:xfrm>
            <a:off x="4800600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 AI 處理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 運算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裝置端即時分類與閾值判斷，實現零雲端依賴的異常檢測，毫秒級反應速度，適合工業級即時監控。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377440"/>
            <a:ext cx="36118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697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</a:t>
            </a:r>
            <a:endParaRPr lang="en-US" sz="8800" dirty="0"/>
          </a:p>
        </p:txBody>
      </p:sp>
      <p:sp>
        <p:nvSpPr>
          <p:cNvPr id="19" name="Text 17"/>
          <p:cNvSpPr/>
          <p:nvPr/>
        </p:nvSpPr>
        <p:spPr>
          <a:xfrm>
            <a:off x="8595360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超低功耗 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95360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藍牙 傳輸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9536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單顆鈕扣電池供電長達數年，支援 BLE Long Range 模式（&gt;300m）及 Mesh 組網，適用大規模密集部署。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 能力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為何選擇瀚渤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4406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7432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雙產品線佈局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3154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從多通道感測平台到一次性智慧標籤，SH 與 HB 系列完整涵蓋 BLE 感測需求的不同層級。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377440"/>
            <a:ext cx="54406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7432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免編碼 SmartBeacon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03720" y="3154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HB100/HB120 無需韌體開發，出廠預先配置廣播間隔、感測取樣與 Data Logging，隨取即用。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54406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70916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6177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 Sensor Hub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5120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SH-100（2 通道）與 SH-200（8 通道），彈性 I²C/GPIO 擴充，內建 Data Logging、邊緣分類與 BLE 長距離傳輸。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343400"/>
            <a:ext cx="54406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470916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6177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搭配手機 App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03720" y="5120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自有手機 App 直接對接兩大產品線，免去客戶端整合負擔，提供即時儀表板、警報與 OTA 配置功能。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 市場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產業應用場景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11880" cy="3657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🧊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冷鏈物流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251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醫藥 · 食品 · 生鮮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多感測監控（溫度、濕度、振動、門磁），內建 Data Logging 與 BLE 長距離傳輸，減少貨損 15–25%。全球冷鏈物流市場超過 3,000 億美元。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61188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⚙️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80060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智慧製造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4251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預測維護 · 產線追蹤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振動 + 溫度邊緣監控實現設備預測維護。BLE 產線追蹤提供即時在製品可視化。預測維護市場 2026 年預計達 280 億美元。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611880" cy="3657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🏢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59536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智慧建築與城市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4251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HVAC 節能 · 環境監測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BLE mesh occupancy 動態 HVAC 調控（節能 25–35%）。高密度空氣品質感測網絡支援智慧城市應用。全球智慧建築市場 2026 年超過 1,500 億美元。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4114800" cy="365760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40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產品組合  · 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兩大產品線，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一個平台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從多通道感測平台到一次性智慧標籤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 系列 BLE Sensor Hub 提供 2–8 通道彈性感測，搭載 Edge AI 適合工業與商業 IoT。HB 系列 SmartBeacon 實現超低成本 BLE 廣播標籤，適用一次性智慧標籤應用，無需任何韌體開發。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SH-100 / SH-200 Sensor 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HB100 / HB120 SmartBeacon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附手機 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免編碼 / 預先配置</a:t>
            </a:r>
            <a:endParaRPr lang="en-US" sz="1100" dirty="0"/>
          </a:p>
        </p:txBody>
      </p:sp>
      <p:pic>
        <p:nvPicPr>
          <p:cNvPr id="18" name="Image 0" descr="/home/claude/ppt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3840480"/>
            <a:ext cx="1828800" cy="1463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 架構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產品架構總覽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44068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544068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BLE 感測平台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SH-100 / SH-200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7033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多通道 I²C 感測介面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35204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37033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Edge AI 邊緣分類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43891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Logging（&gt;30 天）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42062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9312" y="43891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BLE Long Range / Mesh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377440"/>
            <a:ext cx="544068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2377440"/>
            <a:ext cx="5440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智慧標籤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HB100 / HB120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35204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675120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BLE 主動廣播標籤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98280" y="35204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235440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976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溫度感測（HB120）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42062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675120" y="4206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開關偵測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98280" y="42062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9235440" y="4206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09760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免編碼 / 預先配置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5440680"/>
            <a:ext cx="1110996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4406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4406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🔋  鈕扣電池供電  ·  全系列產品電池續航長達數年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 場景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實際應用案例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361188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🧊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冷鏈物流監控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406908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推薦感測配置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10512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濕度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60904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振動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4846320"/>
            <a:ext cx="96012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2377440"/>
            <a:ext cx="36118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⚙️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75488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預測維護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406908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推薦感測配置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振動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05272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55664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邊緣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2377440"/>
            <a:ext cx="36118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🏢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854964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智慧建築 HVAC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549640" y="406908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推薦感測配置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49640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400032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00032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250424" y="448056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50424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49640" y="4846320"/>
            <a:ext cx="96012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4964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BLE Mesh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582912" y="484632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82912" y="48463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 與 願景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“可靠。高效。智慧。”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6DE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瀚渤科技的使命是讓智慧感測普及化。我們相信每一個實體資產 — 從冷鏈貨櫃到醫院紗布 — 都值得擁有即時且可負擔的感測能力。透過結合多通道模組化硬體與超低成本標籤技術，我們讓 AIoT 感測在大規模部署時也能切實可行。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303520"/>
            <a:ext cx="1353312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035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長期合作夥伴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0552" y="5303520"/>
            <a:ext cx="1353312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53035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技術整合支援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21024" y="5303520"/>
            <a:ext cx="1554480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5303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模組化設計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12664" y="5303520"/>
            <a:ext cx="1755648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2664" y="53035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整合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05472" y="5303520"/>
            <a:ext cx="1956816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530352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AIoT 賦能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743200"/>
            <a:ext cx="7315200" cy="73152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-1828800"/>
            <a:ext cx="5486400" cy="54864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讓感測更智慧，一起來。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立即申請 BLE Sensor Hub 與 SmartBeacon 工程樣品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11109960" cy="1188720"/>
          </a:xfrm>
          <a:prstGeom prst="rect">
            <a:avLst/>
          </a:prstGeom>
          <a:solidFill>
            <a:srgbClr val="0C1E3A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5029200"/>
            <a:ext cx="91440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57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www.humbotech.com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5577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官方網站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5257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✉️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5166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contact@humbotech.com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聯絡我們</a:t>
            </a:r>
            <a:endParaRPr lang="en-US" sz="900" dirty="0"/>
          </a:p>
        </p:txBody>
      </p:sp>
      <p:pic>
        <p:nvPicPr>
          <p:cNvPr id="15" name="Image 0" descr="/home/claude/ppt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48640"/>
            <a:ext cx="1463040" cy="1188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Humbo Technology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瀚渤科技 Company Profile</dc:title>
  <dc:subject>PptxGenJS Presentation</dc:subject>
  <dc:creator>Humbo Technology Inc.</dc:creator>
  <cp:lastModifiedBy>Humbo Technology Inc.</cp:lastModifiedBy>
  <cp:revision>1</cp:revision>
  <dcterms:created xsi:type="dcterms:W3CDTF">2026-05-13T13:15:35Z</dcterms:created>
  <dcterms:modified xsi:type="dcterms:W3CDTF">2026-05-13T13:15:35Z</dcterms:modified>
</cp:coreProperties>
</file>